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spc="150" kern="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MARKET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spc="150" kern="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TECHSPRINT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8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SHIELD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fake. Authenticate the real.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035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Recon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Astuti Kumari  |  Mody University of Science &amp;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8229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SEBI-TS-2026-SM01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7040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46304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Detection of Synthetic Media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Phishing Attacks in Securities Markets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31136"/>
            <a:ext cx="7040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4871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71216"/>
            <a:ext cx="7040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127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31272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511296"/>
            <a:ext cx="7040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67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37673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Recon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4151376"/>
            <a:ext cx="7040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727448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already trust official-looking screenshots, links, and videos.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unverifiable communication is all a scammer needs.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Layers: Detect the Fake, Authenticate the Real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Check lets investors manually verify a name, QR, or account — but not what they actually run into: a forwarded screenshot, a suspicious link, or a deepfake video. BSE's own CEO has had a deepfake video resurface 4 times in 2026 despite takedowns. This gap is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AF1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55448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DETECT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what's suspicious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screenshot, URL, or QR code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/ SSL + domain-similarity vs sebi.gov.in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scam-language pattern match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authenticity check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vs SEBI registered-intermediary DB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Low / Medium / High risk score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report to SCORES / ODR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51460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AF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83464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731520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AUTHENTICATE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what's genuine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356616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exchange / broker registers a genuine circular, video, or post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signed, generates a QR / hash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scans any official-looking communication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Confirmed Genuine, or Unverified — treat with caution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SEBI's own Detect–Authenticate–Respond framework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Trust Shield  |  Securities Market TechSprint 2026  |  Team Recon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Signals, Not a Black 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weighted scoring — chosen over an opaque ML model because false positives erode investor trust faster than false negatives.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122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0312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 — web + Saa₹thi-embeddable widget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20574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1122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4380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(FastAPI) — rate-limited verification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52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07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03120" y="279806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EasyOCR — text extraction from screenshots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7523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807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URL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43800" y="279806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+ SSL + domain-similarity scoring vs sebi.gov.in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0312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Scam-pattern classifier, trained on SCORES complaint text, Hindi + regional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44728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Check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4380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hashing + secondary text/domain signal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197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103120" y="41879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+ QR verification, public verification portal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41422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4197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43800" y="41879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entity cache, scam patterns, complaint logs, authentic-comm hashes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Trust Shield  |  Securities Market TechSprint 2026  |  Team Recon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/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Two Entry 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691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Uploads: Screenshot, URL, QR, or Video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25780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→ OCR → scam-phrase + logo check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WHOIS/SSL + domain-similarity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→ decode → feeds URL check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52628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(Phase 2) → provenance metadata check — partial signal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2920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Cross-verify vs SEBI registered-intermediary DB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53212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 → Low / Medium / High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03504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one-tap report to SCORES/ODR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2468880"/>
            <a:ext cx="525780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4688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PATH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01752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01752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exchange / broker registers genuine content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52044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signed → QR / hash generated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02336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02336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scans an official-looking communication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52628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52628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scan against registered signature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029200"/>
            <a:ext cx="525780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02920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Confirmed Genuine, or Unverified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5989320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4160520" y="5989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→ Threat Intelligence Dashboard (Roadmap)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Honest About What It Doesn't Solve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600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00200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lookalike-domain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2585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22585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49240" y="2011680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WHOIS, SSL, similarity scoring are established, working techniques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110642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authenticity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30449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30449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49240" y="2798064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hashing alone is defeatable — paired with a secondary signal so no single check is a point of failure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1106424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84448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Scam-language NLP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383133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38313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3584448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novel AI-generated phishing text avoiding known phrases — mitigated by periodic retraining on SCORES complaints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70832"/>
            <a:ext cx="110642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70832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detection (Phase 2)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77640" y="46177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46177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4370832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 Rules 2026 provenance metadata — content re-shared via WhatsApp strips this signal, so this is a first-pass signal, not a solved problem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57216"/>
            <a:ext cx="1106424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57216"/>
            <a:ext cx="3246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authenticity (signing / QR)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77640" y="540410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977640" y="5404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5157216"/>
            <a:ext cx="6172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cryptographic signing — the open question is revocation if a signing key is compromised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Trust Shield  |  Securities Market TechSprint 2026  |  Team Recon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SEBI's Own Framework, for SEBI's Own Stakeholders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&lt;2%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 goal)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&lt;3s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19272" y="2148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time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89904" y="2148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run against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SEBI's own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0536" y="1554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0536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0536" y="2148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investor,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2461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5661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explainable verdict on anything suspicious — and a way to positively confirm what's genuine, not just be warned.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2461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Brokers &amp; MIIs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35661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inbound leads and communications for compliance via a licensable verification API.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846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 (Regulator)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5166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SEBI Check + Saa₹thi rather than competing with them; anonymized data feeds a future threat-intelligence dashboard.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6634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892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4846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Integrity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0" y="5166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SEBI's own stated shift toward proactive, predictive fraud detection over reactive auditing.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Trust Shield  |  Securities Market TechSprint 2026  |  Team Recon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Live, Verifiable Regulatory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BSE deepfake advisory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16916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Limited flagged a fabricated deepfake video of MD &amp; CEO Sundararaman Ramamurthy for the fourth time in April 2026, urging investors to rely only on official channels.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thehansindia.com, ibcworldnews.com —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98064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950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Rules 2026 Amendment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28895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notified the IT (Intermediary Guidelines) Amendment Rules on 10 Feb 2026, effective 20 Feb 2026 — mandatory labelling and permanent provenance metadata for synthetic content.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0" y="288950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Hogan Lovells, Mondaq — Feb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95928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873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SEBI's own strategy shift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408736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has called on market participants to move from reactive forensic auditing toward proactive, predictive machine-learning surveillance models.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40873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The420.in — Jun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193792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8523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 Foundation Day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5285232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Sitharaman highlighted SEBI Check as a tool to verify registered intermediaries and urged rapid-response takedown mechanisms for deepfake impersonation.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52852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techobserver.in — Apr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Trust Shield  |  Securities Market TechSprint 2026  |  Team Recon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2026-07-12T09:56:26Z</dcterms:created>
  <dcterms:modified xsi:type="dcterms:W3CDTF">2026-07-12T09:56:26Z</dcterms:modified>
</cp:coreProperties>
</file>